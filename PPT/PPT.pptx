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1D4B64-4C5A-446E-AD76-45510C113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04B5BFF-5319-4519-A819-D7BAE875D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A56A7F-21EA-41A0-811C-168C2899D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A4EA-82C0-453A-A5BC-48FFA8D20600}" type="datetimeFigureOut">
              <a:rPr lang="fr-FR" smtClean="0"/>
              <a:t>11/03/2021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158561-8EDA-4DDE-81AF-1BEF01B9C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A538E0-907B-4AE3-870C-9284AC85E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1DE2-164C-433C-AEAF-C8E1BC6FE5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962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AFE791-41A4-49DA-9389-EB4419E52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8D1C84-A6EE-4AD3-930E-E3CBA5B3A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75AD1A-68E7-44FA-B812-0BEEECC4F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A4EA-82C0-453A-A5BC-48FFA8D20600}" type="datetimeFigureOut">
              <a:rPr lang="fr-FR" smtClean="0"/>
              <a:t>11/03/2021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B3915F-637C-4C95-A42C-F35079316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783F43-3AC9-467A-9AE8-983087F65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1DE2-164C-433C-AEAF-C8E1BC6FE5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9419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30EF4F-BE01-4C29-B305-38CA4153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AB0D2A-3E03-4A09-A791-D5C0BE6F5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51EBCE-C106-4D84-B7D8-9893B3ECB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A4EA-82C0-453A-A5BC-48FFA8D20600}" type="datetimeFigureOut">
              <a:rPr lang="fr-FR" smtClean="0"/>
              <a:t>11/03/2021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AB3333-4E7B-4876-A312-6512D206E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FB758D-9944-44E6-AFD7-75A20CC9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1DE2-164C-433C-AEAF-C8E1BC6FE5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100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959874-8EE0-4F69-9D2C-11755F1B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1833CB-E458-4282-B321-824BA28DC7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23C9A29-9205-4053-B82F-BC3877713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72DF81-9D84-42F6-BBE8-0D8EF67BE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A4EA-82C0-453A-A5BC-48FFA8D20600}" type="datetimeFigureOut">
              <a:rPr lang="fr-FR" smtClean="0"/>
              <a:t>11/03/2021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D85F08-A426-497F-BB27-902045FA6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CAD8FD-5411-48C1-82F6-507FBDBA1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1DE2-164C-433C-AEAF-C8E1BC6FE5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61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0CDCB4-2F92-4F5E-826D-E2A575E27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03F6B3-2E30-403B-9FE0-4576D1535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4B6DFCC-05C3-4EA0-8DEC-1F78A629D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A4F23A8-F170-4756-A74F-7EF81F5DFD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9BFEC01-72BA-4011-97F2-6361B52442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DAB557F-A860-4EC4-BB86-785973F5C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A4EA-82C0-453A-A5BC-48FFA8D20600}" type="datetimeFigureOut">
              <a:rPr lang="fr-FR" smtClean="0"/>
              <a:t>11/03/2021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52AE771-5188-442C-A1FB-A6CB968F1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534809C-01C8-45D6-943C-61D62AA3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1DE2-164C-433C-AEAF-C8E1BC6FE5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0167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991D47-946F-4D64-AD4B-E9C73264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17F18D9-0D7F-427B-8637-1CE58B09D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A4EA-82C0-453A-A5BC-48FFA8D20600}" type="datetimeFigureOut">
              <a:rPr lang="fr-FR" smtClean="0"/>
              <a:t>11/03/2021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EB34E6E-9F53-45F6-ADEC-1E6C7DCC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AF1CCE-EBE0-4FCF-9851-58FC6DE3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1DE2-164C-433C-AEAF-C8E1BC6FE5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698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9144B68-FF57-4341-996E-CC7C031C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A4EA-82C0-453A-A5BC-48FFA8D20600}" type="datetimeFigureOut">
              <a:rPr lang="fr-FR" smtClean="0"/>
              <a:t>11/03/2021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92F6E0A-43C8-472C-8C63-0BF81E491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6C5FC9-E880-4725-9AF1-FDDA17BF1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1DE2-164C-433C-AEAF-C8E1BC6FE5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9777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161CA3-1E93-40CA-8C57-69BA2D6F0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3B61FC-10C6-45B2-AF2D-E29C81A9F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0B4400-E40A-4D33-BE68-CCC5E145E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50EC6C0-097B-4E9F-BC91-47020D07F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A4EA-82C0-453A-A5BC-48FFA8D20600}" type="datetimeFigureOut">
              <a:rPr lang="fr-FR" smtClean="0"/>
              <a:t>11/03/2021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9A9F48-5BE1-4DFD-90F5-EA9B0A296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FE19E2E-F7A9-4A96-AC55-9514B85B3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1DE2-164C-433C-AEAF-C8E1BC6FE5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4562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944844-A0E1-4990-9D70-C90E3F203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0318333-7C26-4D8C-A77B-ED993A9D7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701AA84-4CA6-46F7-8547-621F04D28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D94890-3E7D-4229-87A1-0068C1FB9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A4EA-82C0-453A-A5BC-48FFA8D20600}" type="datetimeFigureOut">
              <a:rPr lang="fr-FR" smtClean="0"/>
              <a:t>11/03/2021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30ADAE-E038-4672-98E6-5FCB3F76D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F29AB9-7832-497C-9D2C-257B6623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1DE2-164C-433C-AEAF-C8E1BC6FE5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1056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3C90D0-590C-4112-A009-4B3C9F927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9C1B85-20F3-48A6-84B3-E56C64D5D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E740FD-C352-4B42-B618-D204BB3C2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A4EA-82C0-453A-A5BC-48FFA8D20600}" type="datetimeFigureOut">
              <a:rPr lang="fr-FR" smtClean="0"/>
              <a:t>11/03/2021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5F983D-1E25-432B-9B01-F2E41B63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AFE153-4730-4F31-AA78-C5FDAEC26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1DE2-164C-433C-AEAF-C8E1BC6FE5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2984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EBB9722-8F97-48E3-A7D5-18D0D5EDF7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2B134AD-C97F-4DA3-8B06-CD4EE01E7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2BEE43-4643-4A85-82D2-C61511D38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1A4EA-82C0-453A-A5BC-48FFA8D20600}" type="datetimeFigureOut">
              <a:rPr lang="fr-FR" smtClean="0"/>
              <a:t>11/03/2021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942FE2-8FCF-4E21-8D1C-900DBDDC0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76F2C4-7979-4964-84C4-CD33620CF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B1DE2-164C-433C-AEAF-C8E1BC6FE5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9536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D94E4C9-831D-423D-97E1-5F74D00FC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F85D57-A80B-45AA-80DB-8E5313D55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FACA6F-BBB7-4F69-855B-5D7D4AC49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1A4EA-82C0-453A-A5BC-48FFA8D20600}" type="datetimeFigureOut">
              <a:rPr lang="fr-FR" smtClean="0"/>
              <a:t>11/03/2021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CC8F62-9F6F-4839-92A6-78C166BC5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CFBED9-C6C0-47C5-8008-27E0C2E30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B1DE2-164C-433C-AEAF-C8E1BC6FE5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40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A795BD-5CDD-4992-997B-97EFAB5B0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YO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1118ADC-2029-4742-BA7F-F9BB674221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91847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YO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JOB Corentin</dc:creator>
  <cp:lastModifiedBy>JOB Corentin</cp:lastModifiedBy>
  <cp:revision>2</cp:revision>
  <dcterms:created xsi:type="dcterms:W3CDTF">2021-03-11T09:34:17Z</dcterms:created>
  <dcterms:modified xsi:type="dcterms:W3CDTF">2021-03-11T09:34:36Z</dcterms:modified>
</cp:coreProperties>
</file>